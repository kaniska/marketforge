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AI-Powered 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00"/>
                </a:solidFill>
                <a:latin typeface="Calibri"/>
              </a:defRPr>
            </a:pPr>
            <a:r>
              <a:t>How Smart Agents Learn to Trade, Negotiate &amp;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Calibri"/>
              </a:defRPr>
            </a:pPr>
            <a:r>
              <a:t>A reinforcement learning platform that trains AI agents to make</a:t>
            </a:r>
            <a:br/>
            <a:r>
              <a:t>better trading decisions — reducing costs, increasing margins,</a:t>
            </a:r>
            <a:br/>
            <a:r>
              <a:t>and discovering strategies humans might miss.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  <a:latin typeface="Calibri"/>
              </a:defRPr>
            </a:pPr>
            <a:r>
              <a:t>MarketForge  |  OpenEnv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Traditional trading and procurement decisions leave money on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468880" cy="292608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03120"/>
            <a:ext cx="548640" cy="54864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B1D3A"/>
                </a:solidFill>
              </a:defRPr>
            </a:pPr>
            <a: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Pricing Guesswork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Companies set prices based on gut</a:t>
            </a:r>
            <a:br/>
            <a:r>
              <a:t>feel, spreadsheets, or last quarter's</a:t>
            </a:r>
            <a:br/>
            <a:r>
              <a:t>data — missing real-time market</a:t>
            </a:r>
            <a:br/>
            <a:r>
              <a:t>signals that affect margins.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468880" cy="292608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103120"/>
            <a:ext cx="548640" cy="54864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B1D3A"/>
                </a:solidFill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Slow Negotiations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461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Deal-making with suppliers and</a:t>
            </a:r>
            <a:br/>
            <a:r>
              <a:t>buyers takes weeks of back-and-</a:t>
            </a:r>
            <a:br/>
            <a:r>
              <a:t>forth. Every delay costs money</a:t>
            </a:r>
            <a:br/>
            <a:r>
              <a:t>and opportunities slip away.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468880" cy="292608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2103120"/>
            <a:ext cx="548640" cy="54864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B1D3A"/>
                </a:solidFill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Blind Spots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Market disruptions — supply</a:t>
            </a:r>
            <a:br/>
            <a:r>
              <a:t>shortages, demand spikes, new</a:t>
            </a:r>
            <a:br/>
            <a:r>
              <a:t>competitors — catch teams off</a:t>
            </a:r>
            <a:br/>
            <a:r>
              <a:t>guard with no playbook.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828800"/>
            <a:ext cx="2468880" cy="292608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0" y="2103120"/>
            <a:ext cx="548640" cy="54864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B1D3A"/>
                </a:solidFill>
              </a:defRPr>
            </a:pPr>
            <a: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Missed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461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Companies compete when they</a:t>
            </a:r>
            <a:br/>
            <a:r>
              <a:t>should cooperate. They miss</a:t>
            </a:r>
            <a:br/>
            <a:r>
              <a:t>joint ventures and supply chain</a:t>
            </a:r>
            <a:br/>
            <a:r>
              <a:t>alliances that boost both sides.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E8E8"/>
                </a:solidFill>
                <a:latin typeface="Calibri"/>
              </a:defRPr>
            </a:pPr>
            <a:r>
              <a:t>Result: Companies lose 5-15% of potential margin due to suboptimal</a:t>
            </a:r>
            <a:br/>
            <a:r>
              <a:t>trading decisions, slow reactions, and missed collaboration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AI Agents That Learn to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A virtual marketplace where AI agents practice and master trading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108960" cy="27432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1D3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Build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We create a realistic virtual</a:t>
            </a:r>
            <a:br/>
            <a:r>
              <a:t>marketplace with real commodity</a:t>
            </a:r>
            <a:br/>
            <a:r>
              <a:t>prices, supply/demand dynamics,</a:t>
            </a:r>
            <a:br/>
            <a:r>
              <a:t>and market disruptions — just</a:t>
            </a:r>
            <a:br/>
            <a:r>
              <a:t>like the real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800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108960" cy="27432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011680"/>
            <a:ext cx="502920" cy="5029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1D3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Train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 agents enter the market and</a:t>
            </a:r>
            <a:br/>
            <a:r>
              <a:t>learn by doing — thousands of</a:t>
            </a:r>
            <a:br/>
            <a:r>
              <a:t>trades, negotiations, and deals.</a:t>
            </a:r>
            <a:br/>
            <a:r>
              <a:t>Each round they get smarter</a:t>
            </a:r>
            <a:br/>
            <a:r>
              <a:t>based on what worked.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800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828800"/>
            <a:ext cx="3108960" cy="27432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92440" y="2011680"/>
            <a:ext cx="502920" cy="5029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1D3A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060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The trained agents reveal optimal</a:t>
            </a:r>
            <a:br/>
            <a:r>
              <a:t>strategies: when to buy, what</a:t>
            </a:r>
            <a:br/>
            <a:r>
              <a:t>price to offer, who to partner</a:t>
            </a:r>
            <a:br/>
            <a:r>
              <a:t>with, and how to react when</a:t>
            </a:r>
            <a:br/>
            <a:r>
              <a:t>markets shift.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E8E8"/>
                </a:solidFill>
                <a:latin typeface="Calibri"/>
              </a:defRPr>
            </a:pPr>
            <a:r>
              <a:t>Think of it as a flight simulator for traders — practice in a safe</a:t>
            </a:r>
            <a:br/>
            <a:r>
              <a:t>environment, then apply proven strategies in real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the AI Gets Smarter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Clear goals + practice + feedback = continuous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029200" cy="36576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Award 1: Market Champion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Goal: Make the most money.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The AI agent that builds the most wealth wins.</a:t>
            </a:r>
            <a:br/>
            <a:r>
              <a:t>This teaches the AI to: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Buy low and sell high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Manage inventory wisely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Time the market correctly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Avoid bad trades that lose money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37360"/>
            <a:ext cx="5486400" cy="36576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ED9"/>
                </a:solidFill>
                <a:latin typeface="Calibri"/>
              </a:defRPr>
            </a:pPr>
            <a:r>
              <a:t>Award 2: Master 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Goal: Be the smartest player.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The AI agent with the best overall strategy wins.</a:t>
            </a:r>
            <a:br/>
            <a:r>
              <a:t>This teaches the AI to: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Negotiate better deals with partners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Form alliances that create value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Adapt quickly when markets change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•  Trade efficiently — no wasted moves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23560"/>
            <a:ext cx="11094415" cy="8229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8E8E8"/>
                </a:solidFill>
                <a:latin typeface="Calibri"/>
              </a:defRPr>
            </a:pPr>
            <a:r>
              <a:t>The Learning Cycle:    Train  →  Compete  →  Score  →  Improve  →  Repeat        |        Each cycle makes the AI more accurate and profitable.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Continuous Improvement: Better Every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Like an athlete reviewing game tape — the AI studies every trade and improves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468880" cy="32004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Market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 agents enter the simulated</a:t>
            </a:r>
            <a:br/>
            <a:r>
              <a:t>marketplace and make real-time</a:t>
            </a:r>
            <a:br/>
            <a:r>
              <a:t>decisions: buying, selling,</a:t>
            </a:r>
            <a:br/>
            <a:r>
              <a:t>negotiating, and forming</a:t>
            </a:r>
            <a:br/>
            <a:r>
              <a:t>partnerships.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468880" cy="32004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192024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After each round, every action</a:t>
            </a:r>
            <a:br/>
            <a:r>
              <a:t>is scored: Did the trade make</a:t>
            </a:r>
            <a:br/>
            <a:r>
              <a:t>money? Was the negotiation</a:t>
            </a:r>
            <a:br/>
            <a:r>
              <a:t>successful? Was the move</a:t>
            </a:r>
            <a:br/>
            <a:r>
              <a:t>even valid?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468880" cy="32004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3640" y="1920240"/>
            <a:ext cx="457200" cy="4572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From Mistakes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5176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The AI reviews what worked</a:t>
            </a:r>
            <a:br/>
            <a:r>
              <a:t>and what didn't. Good strategies</a:t>
            </a:r>
            <a:br/>
            <a:r>
              <a:t>get reinforced. Bad strategies</a:t>
            </a:r>
            <a:br/>
            <a:r>
              <a:t>get corrected. Accuracy</a:t>
            </a:r>
            <a:br/>
            <a:r>
              <a:t>improves each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737360"/>
            <a:ext cx="2468880" cy="32004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192024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65176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After thousands of practice</a:t>
            </a:r>
            <a:br/>
            <a:r>
              <a:t>rounds, the AI discovers</a:t>
            </a:r>
            <a:br/>
            <a:r>
              <a:t>optimal strategies that</a:t>
            </a:r>
            <a:br/>
            <a:r>
              <a:t>maximize profit and minimize</a:t>
            </a:r>
            <a:br/>
            <a:r>
              <a:t>risk — ready for deployment.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Accuracy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349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We measure what % of decisions are valid and profitable. As the AI trains, this number climbs — from ~60% to 90%+ — meaning fewer wasted moves and more money captured.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Impact: Real Revenue, Real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How AI-trained trading strategies translate to bottom-line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Better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 discovers optimal buy/sell</a:t>
            </a:r>
            <a:br/>
            <a:r>
              <a:t>prices by testing thousands of</a:t>
            </a:r>
            <a:br/>
            <a:r>
              <a:t>strategies. Companies capture</a:t>
            </a:r>
            <a:br/>
            <a:r>
              <a:t>3-8% more margin per trade.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9164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Faster Deals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AI-powered negotiations close</a:t>
            </a:r>
            <a:br/>
            <a:r>
              <a:t>deals in minutes instead of</a:t>
            </a:r>
            <a:br/>
            <a:r>
              <a:t>weeks. Automated offers and</a:t>
            </a:r>
            <a:br/>
            <a:r>
              <a:t>counter-offers 24/7.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69164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 agents learn to spot market</a:t>
            </a:r>
            <a:br/>
            <a:r>
              <a:t>disruptions and react instantly.</a:t>
            </a:r>
            <a:br/>
            <a:r>
              <a:t>No more being caught off</a:t>
            </a:r>
            <a:br/>
            <a:r>
              <a:t>guard by supply shocks.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Smarter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 identifies which alliances</a:t>
            </a:r>
            <a:br/>
            <a:r>
              <a:t>create value. Companies form</a:t>
            </a:r>
            <a:br/>
            <a:r>
              <a:t>the right partnerships at the</a:t>
            </a:r>
            <a:br/>
            <a:r>
              <a:t>right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65760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Operational Savings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Automated trading decisions</a:t>
            </a:r>
            <a:br/>
            <a:r>
              <a:t>reduce manual analysis by</a:t>
            </a:r>
            <a:br/>
            <a:r>
              <a:t>60-80%. Teams focus on</a:t>
            </a:r>
            <a:br/>
            <a:r>
              <a:t>strategy, not spreadsheets.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657600"/>
            <a:ext cx="3291840" cy="173736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206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First movers who deploy AI</a:t>
            </a:r>
            <a:br/>
            <a:r>
              <a:t>trading agents gain an unfair</a:t>
            </a:r>
            <a:br/>
            <a:r>
              <a:t>advantage — better margins,</a:t>
            </a:r>
            <a:br/>
            <a:r>
              <a:t>faster execution, fewer losses.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4415" cy="68580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3387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800"/>
                </a:solidFill>
                <a:latin typeface="Calibri"/>
              </a:defRPr>
            </a:pPr>
            <a:r>
              <a:t>Estimated ROI:  10-25x return on AI training investment within 12 months  |  Payback period: 3-6 months for commodity trading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 Benefits: Industry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800"/>
                </a:solidFill>
                <a:latin typeface="Calibri"/>
              </a:defRPr>
            </a:pPr>
            <a:r>
              <a:t>Any business that buys, sells, or trades can benefit from AI-trained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468880" cy="301752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468880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B800"/>
                </a:solidFill>
                <a:latin typeface="Calibri"/>
              </a:defRPr>
            </a:pPr>
            <a:r>
              <a:t>Commodity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Energy, agriculture, metals</a:t>
            </a:r>
            <a:br/>
            <a:r>
              <a:t>trading firms use AI agents</a:t>
            </a:r>
            <a:br/>
            <a:r>
              <a:t>to find optimal entry/exit</a:t>
            </a:r>
            <a:br/>
            <a:r>
              <a:t>points and manage portfolio</a:t>
            </a:r>
            <a:br/>
            <a:r>
              <a:t>risk across volatile markets.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468880" cy="301752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737360"/>
            <a:ext cx="2468880" cy="54864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9ED9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Procurement teams train AI</a:t>
            </a:r>
            <a:br/>
            <a:r>
              <a:t>to negotiate better supplier</a:t>
            </a:r>
            <a:br/>
            <a:r>
              <a:t>contracts, time purchases</a:t>
            </a:r>
            <a:br/>
            <a:r>
              <a:t>around price dips, and build</a:t>
            </a:r>
            <a:br/>
            <a:r>
              <a:t>resilient supply networks.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468880" cy="301752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Calibri"/>
              </a:defRPr>
            </a:pPr>
            <a:r>
              <a:t>Retail &amp;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Dynamic pricing engines</a:t>
            </a:r>
            <a:br/>
            <a:r>
              <a:t>trained on market simulations</a:t>
            </a:r>
            <a:br/>
            <a:r>
              <a:t>adjust prices in real-time</a:t>
            </a:r>
            <a:br/>
            <a:r>
              <a:t>to maximize revenue while</a:t>
            </a:r>
            <a:br/>
            <a:r>
              <a:t>staying competitive.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737360"/>
            <a:ext cx="2468880" cy="301752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737360"/>
            <a:ext cx="2468880" cy="54864"/>
          </a:xfrm>
          <a:prstGeom prst="rect">
            <a:avLst/>
          </a:prstGeom>
          <a:solidFill>
            <a:srgbClr val="E77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773E7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5603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Portfolio managers use AI</a:t>
            </a:r>
            <a:br/>
            <a:r>
              <a:t>agents to test trading</a:t>
            </a:r>
            <a:br/>
            <a:r>
              <a:t>strategies before deploying</a:t>
            </a:r>
            <a:br/>
            <a:r>
              <a:t>real capital — reducing risk</a:t>
            </a:r>
            <a:br/>
            <a:r>
              <a:t>and finding alpha.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The platform is industry-agnostic — any market with buyers, sellers,</a:t>
            </a:r>
            <a:br/>
            <a:r>
              <a:t>and dynamic pricing can benefit from AI-trained trading intelligence.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Trade Smarter?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8E8"/>
                </a:solidFill>
                <a:latin typeface="Calibri"/>
              </a:defRPr>
            </a:pPr>
            <a:r>
              <a:t>Train AI agents in a safe simulation. Deploy winning strategies.</a:t>
            </a:r>
            <a:br/>
            <a:r>
              <a:t>Capture more margin. React faster. Partner smarter.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3017520" cy="146304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4069080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Pilot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Start with a focused simulation</a:t>
            </a:r>
            <a:br/>
            <a:r>
              <a:t>using your real market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931920"/>
            <a:ext cx="3017520" cy="146304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4069080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Train &amp;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80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Run AI agents through 1000+</a:t>
            </a:r>
            <a:br/>
            <a:r>
              <a:t>trading scenarios to discover</a:t>
            </a:r>
            <a:br/>
            <a:r>
              <a:t>optimal strategies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931920"/>
            <a:ext cx="3017520" cy="1463040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26680" y="4069080"/>
            <a:ext cx="365760" cy="36576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800"/>
                </a:solidFill>
                <a:latin typeface="Calibri"/>
              </a:defRPr>
            </a:pPr>
            <a:r>
              <a:t>Deploy &amp; 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80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Calibri"/>
              </a:defRPr>
            </a:pPr>
            <a:r>
              <a:t>Roll out AI-powered trading</a:t>
            </a:r>
            <a:br/>
            <a:r>
              <a:t>insights across your</a:t>
            </a:r>
            <a:br/>
            <a: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  <a:latin typeface="Calibri"/>
              </a:defRPr>
            </a:pPr>
            <a:r>
              <a:t>MarketForge  |  Built with OpenEnv  |  Powered by Reinforcement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